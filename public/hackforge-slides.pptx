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725912" cy="5760720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SELF-HOSTABLE HACKATHON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43000" y="1371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HACKFORGE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Hackathon Lifecycle &amp; Judging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zero-cloud-lock-in platform for managing registrations, collaborative team studios, automated VCS integrity checks, blind rubric scoring, and Z-score normalized leaderboards.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4206240"/>
            <a:ext cx="2240280" cy="1463040"/>
          </a:xfrm>
          <a:prstGeom prst="roundRect">
            <a:avLst>
              <a:gd name="adj" fmla="val 7500"/>
            </a:avLst>
          </a:prstGeom>
          <a:solidFill>
            <a:srgbClr val="090D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4343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4-in-1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RBAC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5120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 · Judge · Org · 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4206240"/>
            <a:ext cx="2240280" cy="1463040"/>
          </a:xfrm>
          <a:prstGeom prst="roundRect">
            <a:avLst>
              <a:gd name="adj" fmla="val 7500"/>
            </a:avLst>
          </a:prstGeom>
          <a:solidFill>
            <a:srgbClr val="090D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343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Hermetic Offline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5120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SaaS vendor lock-in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4206240"/>
            <a:ext cx="2240280" cy="1463040"/>
          </a:xfrm>
          <a:prstGeom prst="roundRect">
            <a:avLst>
              <a:gd name="adj" fmla="val 7500"/>
            </a:avLst>
          </a:prstGeom>
          <a:solidFill>
            <a:srgbClr val="090D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4343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Normalization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5120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Debiased fair cross-judge ranking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4206240"/>
            <a:ext cx="2240280" cy="1463040"/>
          </a:xfrm>
          <a:prstGeom prst="roundRect">
            <a:avLst>
              <a:gd name="adj" fmla="val 7500"/>
            </a:avLst>
          </a:prstGeom>
          <a:solidFill>
            <a:srgbClr val="090D1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43434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95360" y="4800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Verification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51206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tamper-proof seal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Conventional Hackathon Tools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&amp; SOLUTION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40680" cy="4754880"/>
          </a:xfrm>
          <a:prstGeom prst="roundRect">
            <a:avLst>
              <a:gd name="adj" fmla="val 2885"/>
            </a:avLst>
          </a:prstGeom>
          <a:solidFill>
            <a:srgbClr val="0F172A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Hackathons Break Down at Scale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Fragile SaaS &amp; Cloud Lock-in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8163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on external portals causes outages during submission deadlines with zero offline recovery.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Subjective &amp; Biased Judging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685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vs. lenient judges distort overall standings; no mathematical compensation for skewed grading.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VCS &amp; Cheating Blindspots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pre-flight Git validation, missing commit verification, or late branch changes.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Disjointed Participant Experience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5422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juggle Google Forms, Discord, Devpost, and Airtable with fragmented credentials.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0F172A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HACKFORGE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Self-Hostable Command Center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100% Hermetic &amp; Self-Hostable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816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anywhere via Docker or Node.js with built-in SQLite persistence and zero cloud dependencies.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429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Dual Judging: Rubric + Bradley-Terry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6850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weighted multi-criteria cards with head-to-head pairwise preference algorithms.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Statistical Z-Score Normalization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45537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grade distributions across all evaluators to guarantee fair and mathematically sound winners.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Automated Pre-Flight &amp; SHA-256 Receipts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422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repository URLs, licenses, and deadlines before issuing immutable cryptographic receipts.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High-Performance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LOCK-IN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React 19 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SPA with Vite 6 build 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Dark-modern aesthetic via Tailwind CSS v4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layouts for desktop, tablet, and mobile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303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icons + Canvas-based certificate renderers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&amp; RESTful Engine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20440" y="2697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697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 router with strict request 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session verification and RBAC middleware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44348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Token-bucket rate limiting (120 req/min/IP)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5303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5303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server health checks and Prometheus-ready telemetry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TIER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&amp; Scoring Core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2697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697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weighted rubric scoring engine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Bradley-Terry log-odds pairwise matchup matrix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44348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Z-score cross-judge normalization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5303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5303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Conflict-of-interest (COI) judge auto-exclusion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SECURITY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8116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Cryptographic Seals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81160" y="26974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09760" y="2697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high-throughput SQLite relational database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81160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0976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tamper-evident submission receipts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8116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509760" y="44348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Ed25519-ready verifiable award certificate credentials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81160" y="5303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509760" y="5303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Docker Compose hermetic packaging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Hackathon Lifecycle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PHASES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664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Teams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Hackers create profiles, browse teammates, and form teams with unique invite codes.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1664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&amp; VCS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1488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define project title, select bounty tracks, write Markdown specs, and link GitHub URLs.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0" y="1664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&amp; Receipt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1488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validates live URLs, license, and freeze times before issuing an immutable SHA-256 seal.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Rubric Judging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572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grade anonymously on weighted criteria without team-identity bias or conflict of interest.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Normalization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572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balances strict vs lenient judges and exports verified rankings in real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3886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0" y="4087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&amp; Showcase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4572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verifiable SVG/PDF certificates issued to winners and public gallery widget embedded.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Rigor: Rubrics, Bradley-Terry &amp; Normalization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&amp;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Multi-Criteria Rubrics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Execution (30%)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quality, architecture, robust edge handling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Innovation (25%)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and breakthrough problem solving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&amp; User Experience (25%)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6451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UI, responsive design, onboarding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Impact (20%)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138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Viability, business reach, sustainability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4630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Bradley-Terry Pairwise Engine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 vs. B Comparisons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vote between pairs without arbitrary point scale anchor bias.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Capability Estimation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7764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true ability parameter θ via logistic regression maximum likelihood.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Invariance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46451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issues where one judge rates all projects between 6-7 and another between 8-10.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5257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55138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convergence metrics and highlights statistically tight matchups.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1463040"/>
            <a:ext cx="3657600" cy="475488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Z-Score Normalization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104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z = (x - μ) / 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each judge's score around mean zero and unit variance.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Evaluator Leniency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37764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 generous judge from crowning an average project prematurely.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Strict Evaluator Teams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6451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excellent teams reviewed by harsh critics aren't unfairly penalized.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5257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Mathematical Proof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55138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calculation is logged with raw vs. normalized deltas available for organizers.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Hermetic Role-Based Access Control (RBAC)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ISOLATED ROLES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HACKER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Elena Rostova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manage squad profile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564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teammates with secure join codes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696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1696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GitHub repo, demo URL, &amp; Markdown architecture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88289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8828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pre-flight lint checks before deadline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5961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5961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cryptographic submission receipts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DIRECTOR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1965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Sarah Jenkins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2743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event schedule &amp; freeze deadlines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4564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34564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prize bounty tracks and allocations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41696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41696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weighted judging rubrics and criteria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488289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48828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live registration velocity &amp; track counters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55961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55961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tamper-proof audit trails &amp; CSV logs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EVALUATOR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1965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Dr. Marcus Vance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940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Double-blind evaluation queue (no team identities)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4564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34564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projects on multi-criteria rubric sliders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41696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41696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head-to-head pairwise matchups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488289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48828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constructive feedback notes for hackers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55961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55961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Conflict-of-interest exclusion guaranteed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9828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81160" y="1691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ROOT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281160" y="1965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Super-Admin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81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System Administrator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81160" y="2743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50976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database inspection and SQLite seeding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281160" y="34564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509760" y="34564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automated hermetic test &amp; acceptance suite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81160" y="41696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509760" y="41696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latency monitoring &amp; token-bucket inspection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281160" y="488289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509760" y="4882896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configuration &amp; environment provisioning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281160" y="55961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509760" y="55961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zero-password role switcher for audits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Guarantees &amp; Tamper-Proof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RECEIPTS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Submission Receipts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Upon completing pre-flight checks, a cryptographic SHA-256 fingerprint is calculated over the team manifest, commit hash, timestamp, and spec. This receipt serves as indisputable proof of on-time submission.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64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ANTI-COLLUSION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Double-Blind Judging Shield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names, university affiliations, and sponsor ties are completely stripped from evaluation cards. Judges only see anonymized project IDs and technical artifacts.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87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NEUTRALITY GUARANTEE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of Interest (COI) Exclusion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Mentors, university alumni, and corporate colleagues are automatically excluded from scoring affiliated submissions, eliminating favoritism without manual oversight.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087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VERIFICATION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Credential Certificates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4754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receive cryptographically verifiable certificates with signed metadata fingerprints. Anyone can verify award authenticity against the platform authority root.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Zero-Effort Self-Hosting &amp; 1-Command Deploy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326880" y="594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943600" cy="4754880"/>
          </a:xfrm>
          <a:prstGeom prst="roundRect">
            <a:avLst>
              <a:gd name="adj" fmla="val 2308"/>
            </a:avLst>
          </a:prstGeom>
          <a:solidFill>
            <a:srgbClr val="02061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INSTALLATION (DOCKER / NODE)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HackForge repository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https://github.com/hackforge/platform.git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platform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Launch production stack hermetically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 logs: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Running 2/2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hackforge-db   Started (SQLite storage ready)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hackforge-app  Healthy (Listening on :3000)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Run automated acceptance suite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test:acceptance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100% Hermetic Lifecycle Suite Passed (0 flaky tests)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20840" y="1463040"/>
            <a:ext cx="5029200" cy="475488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691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HIGHLIGHTS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951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Real-World Scale &amp;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514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Zero External Dependencies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7706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air-gapped on private intranets or corporate clouds with no AWS/Firebase subscriptions.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Embedded SQLite Relational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36393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complex setup; ACID compliance, atomic transactions, and instantaneous backup snapshots.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4251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Automated Acceptance 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45079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interactive acceptance test suite to verify every API endpoint and workflow prior to launch.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5120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Embeddable Live Widgets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5376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leaderboard and project gallery widgets that drop into any event website with 1 line of HTML.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725912" cy="5760720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AUDIENCE DEMONSTRATION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280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HackForge in Action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hermetic hackathon lifecycle ready for instant demonstration.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090D16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35s Full HD Walkthrough Video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069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end-to-end flow from participant login to final Z-score normalized leaderboard and certificates.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50749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5138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hackforge-demo.mp4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283464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090D16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1-Click Role Switcher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4069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Participant, Organizer, Judge, and Super-Admin in real time without passwords or logins.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50749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5138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in Top Navigation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83464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090D16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6384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Certificate Generator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40690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and export verifiable SVG and PDF certificates of merit with Ed25519 signature verification.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50749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5138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Credential Suite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HackForge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HackForge - Enterprise Hackathon Lifecycle Engine</dc:title>
  <dc:subject>PptxGenJS Presentation</dc:subject>
  <dc:creator>HackForge Team</dc:creator>
  <cp:lastModifiedBy>HackForge Team</cp:lastModifiedBy>
  <cp:revision>1</cp:revision>
  <dcterms:created xsi:type="dcterms:W3CDTF">2026-09-27T19:30:36Z</dcterms:created>
  <dcterms:modified xsi:type="dcterms:W3CDTF">2026-09-27T19:30:36Z</dcterms:modified>
</cp:coreProperties>
</file>